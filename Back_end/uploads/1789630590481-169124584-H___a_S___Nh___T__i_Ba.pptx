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 Id="rId7" Type="http://schemas.openxmlformats.org/officeDocument/2006/relationships/image" Target="../media/image9.png"/><Relationship Id="rId8" Type="http://schemas.openxmlformats.org/officeDocument/2006/relationships/image" Target="../media/image10.png"/><Relationship Id="rId9" Type="http://schemas.openxmlformats.org/officeDocument/2006/relationships/image" Target="../media/image11.png"/><Relationship Id="rId10" Type="http://schemas.openxmlformats.org/officeDocument/2006/relationships/image" Target="../media/image1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14.png"/><Relationship Id="rId4" Type="http://schemas.openxmlformats.org/officeDocument/2006/relationships/image" Target="../media/image1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image" Target="../media/image1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18.png"/><Relationship Id="rId4" Type="http://schemas.openxmlformats.org/officeDocument/2006/relationships/image" Target="../media/image1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 Id="rId7" Type="http://schemas.openxmlformats.org/officeDocument/2006/relationships/image" Target="../media/image9.png"/><Relationship Id="rId8" Type="http://schemas.openxmlformats.org/officeDocument/2006/relationships/image" Target="../media/image20.png"/><Relationship Id="rId9" Type="http://schemas.openxmlformats.org/officeDocument/2006/relationships/image" Target="../media/image21.png"/><Relationship Id="rId10" Type="http://schemas.openxmlformats.org/officeDocument/2006/relationships/image" Target="../media/image2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image" Target="../media/image24.png"/><Relationship Id="rId4" Type="http://schemas.openxmlformats.org/officeDocument/2006/relationships/image" Target="../media/image25.png"/><Relationship Id="rId5" Type="http://schemas.openxmlformats.org/officeDocument/2006/relationships/image" Target="../media/image2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image" Target="../media/image28.png"/><Relationship Id="rId4" Type="http://schemas.openxmlformats.org/officeDocument/2006/relationships/image" Target="../media/image29.png"/><Relationship Id="rId5" Type="http://schemas.openxmlformats.org/officeDocument/2006/relationships/image" Target="../media/image30.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EF08A"/>
        </a:solidFill>
        <a:effectLst/>
      </p:bgPr>
    </p:bg>
    <p:spTree>
      <p:nvGrpSpPr>
        <p:cNvPr id="1" name=""/>
        <p:cNvGrpSpPr/>
        <p:nvPr/>
      </p:nvGrpSpPr>
      <p:grpSpPr/>
      <p:sp>
        <p:nvSpPr>
          <p:cNvPr id="2" name="Rounded Rectangle 1"/>
          <p:cNvSpPr/>
          <p:nvPr/>
        </p:nvSpPr>
        <p:spPr>
          <a:xfrm>
            <a:off x="-476250" y="-476250"/>
            <a:ext cx="2857500" cy="2857500"/>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8382000" y="3524250"/>
            <a:ext cx="4762500" cy="4762500"/>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38125" y="2455068"/>
            <a:ext cx="11715750" cy="1257300"/>
          </a:xfrm>
          <a:prstGeom prst="rect">
            <a:avLst/>
          </a:prstGeom>
          <a:noFill/>
        </p:spPr>
        <p:txBody>
          <a:bodyPr wrap="square" lIns="0" rIns="0" tIns="0" bIns="0" anchor="t">
            <a:spAutoFit/>
          </a:bodyPr>
          <a:lstStyle/>
          <a:p>
            <a:pPr algn="ctr">
              <a:lnSpc>
                <a:spcPts val="9900"/>
              </a:lnSpc>
            </a:pPr>
            <a:r>
              <a:rPr b="1" sz="8250" i="0" u="none">
                <a:solidFill>
                  <a:srgbClr val="1E293B"/>
                </a:solidFill>
                <a:latin typeface="Comfortaa"/>
              </a:rPr>
              <a:t>Họa Sĩ Nhí Tài Ba</a:t>
            </a:r>
          </a:p>
        </p:txBody>
      </p:sp>
      <p:sp>
        <p:nvSpPr>
          <p:cNvPr id="5" name="TextBox 4"/>
          <p:cNvSpPr txBox="1"/>
          <p:nvPr/>
        </p:nvSpPr>
        <p:spPr>
          <a:xfrm>
            <a:off x="476250" y="3902868"/>
            <a:ext cx="11239500" cy="500062"/>
          </a:xfrm>
          <a:prstGeom prst="rect">
            <a:avLst/>
          </a:prstGeom>
          <a:noFill/>
        </p:spPr>
        <p:txBody>
          <a:bodyPr wrap="square" lIns="0" rIns="0" tIns="0" bIns="0" anchor="t">
            <a:spAutoFit/>
          </a:bodyPr>
          <a:lstStyle/>
          <a:p>
            <a:pPr algn="ctr">
              <a:lnSpc>
                <a:spcPts val="3937"/>
              </a:lnSpc>
            </a:pPr>
            <a:r>
              <a:rPr b="1" sz="2625" i="0" u="none">
                <a:solidFill>
                  <a:srgbClr val="475569"/>
                </a:solidFill>
                <a:latin typeface="Nunito"/>
              </a:rPr>
              <a:t>Cùng nhau khám phá phép thuật hình khối! 🎨✨</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BAE6FD"/>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476250" y="1190625"/>
            <a:ext cx="5381625" cy="5438775"/>
          </a:xfrm>
          <a:prstGeom prst="rect">
            <a:avLst/>
          </a:prstGeom>
        </p:spPr>
      </p:pic>
      <p:pic>
        <p:nvPicPr>
          <p:cNvPr id="3" name="Picture 2" descr="image.png"/>
          <p:cNvPicPr>
            <a:picLocks noChangeAspect="1"/>
          </p:cNvPicPr>
          <p:nvPr/>
        </p:nvPicPr>
        <p:blipFill>
          <a:blip r:embed="rId3"/>
          <a:stretch>
            <a:fillRect/>
          </a:stretch>
        </p:blipFill>
        <p:spPr>
          <a:xfrm>
            <a:off x="6334125" y="1190625"/>
            <a:ext cx="5381625" cy="5438775"/>
          </a:xfrm>
          <a:prstGeom prst="rect">
            <a:avLst/>
          </a:prstGeom>
        </p:spPr>
      </p:pic>
      <p:sp>
        <p:nvSpPr>
          <p:cNvPr id="4" name="Rounded Rectangle 3"/>
          <p:cNvSpPr/>
          <p:nvPr/>
        </p:nvSpPr>
        <p:spPr>
          <a:xfrm>
            <a:off x="1905000" y="4476750"/>
            <a:ext cx="1905000" cy="1905000"/>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7250" y="2481262"/>
            <a:ext cx="4850606" cy="485775"/>
          </a:xfrm>
          <a:prstGeom prst="rect">
            <a:avLst/>
          </a:prstGeom>
          <a:noFill/>
        </p:spPr>
        <p:txBody>
          <a:bodyPr wrap="square" lIns="0" rIns="0" tIns="0" bIns="0" anchor="t">
            <a:spAutoFit/>
          </a:bodyPr>
          <a:lstStyle/>
          <a:p>
            <a:pPr algn="l"/>
            <a:r>
              <a:rPr b="0" sz="2850" i="0" u="none">
                <a:solidFill>
                  <a:srgbClr val="334155"/>
                </a:solidFill>
                <a:latin typeface="Nunito ExtraBold"/>
              </a:rPr>
              <a:t>Vẽ Tranh Bằng Máy Tính!</a:t>
            </a:r>
          </a:p>
        </p:txBody>
      </p:sp>
      <p:sp>
        <p:nvSpPr>
          <p:cNvPr id="6" name="TextBox 5"/>
          <p:cNvSpPr txBox="1"/>
          <p:nvPr/>
        </p:nvSpPr>
        <p:spPr>
          <a:xfrm>
            <a:off x="857250" y="3109912"/>
            <a:ext cx="4619625" cy="2228850"/>
          </a:xfrm>
          <a:prstGeom prst="rect">
            <a:avLst/>
          </a:prstGeom>
          <a:noFill/>
        </p:spPr>
        <p:txBody>
          <a:bodyPr wrap="square" lIns="0" rIns="0" tIns="0" bIns="0" anchor="t">
            <a:spAutoFit/>
          </a:bodyPr>
          <a:lstStyle/>
          <a:p>
            <a:pPr algn="l">
              <a:lnSpc>
                <a:spcPts val="2925"/>
              </a:lnSpc>
            </a:pPr>
            <a:r>
              <a:t>
</a:t>
            </a:r>
            <a:r>
              <a:rPr b="0" sz="1950" i="0" u="none">
                <a:solidFill>
                  <a:srgbClr val="334155"/>
                </a:solidFill>
                <a:latin typeface="Nunito SemiBold"/>
              </a:rPr>
              <a:t> Hôm nay, các em sẽ học cách trở thành những họa sĩ siêu phàm, không cần dùng cọ hay giấy, mà chúng ta sẽ vẽ bằng những hình khối đáng yêu ngay trên màn hình máy tính nhé!</a:t>
            </a:r>
          </a:p>
        </p:txBody>
      </p:sp>
      <p:pic>
        <p:nvPicPr>
          <p:cNvPr id="7" name="Picture 6" descr="image.png"/>
          <p:cNvPicPr>
            <a:picLocks noChangeAspect="1"/>
          </p:cNvPicPr>
          <p:nvPr/>
        </p:nvPicPr>
        <p:blipFill>
          <a:blip r:embed="rId4"/>
          <a:stretch>
            <a:fillRect/>
          </a:stretch>
        </p:blipFill>
        <p:spPr>
          <a:xfrm>
            <a:off x="6410325" y="1266825"/>
            <a:ext cx="5229225" cy="5229225"/>
          </a:xfrm>
          <a:prstGeom prst="rect">
            <a:avLst/>
          </a:prstGeom>
        </p:spPr>
      </p:pic>
      <p:sp>
        <p:nvSpPr>
          <p:cNvPr id="8" name="TextBox 7"/>
          <p:cNvSpPr txBox="1"/>
          <p:nvPr/>
        </p:nvSpPr>
        <p:spPr>
          <a:xfrm>
            <a:off x="476250" y="228600"/>
            <a:ext cx="11715750" cy="581025"/>
          </a:xfrm>
          <a:prstGeom prst="rect">
            <a:avLst/>
          </a:prstGeom>
          <a:noFill/>
        </p:spPr>
        <p:txBody>
          <a:bodyPr wrap="square" lIns="0" rIns="0" tIns="0" bIns="0" anchor="t">
            <a:spAutoFit/>
          </a:bodyPr>
          <a:lstStyle/>
          <a:p>
            <a:pPr algn="l"/>
            <a:r>
              <a:rPr b="1" sz="4125" i="0" u="none">
                <a:solidFill>
                  <a:srgbClr val="1E293B"/>
                </a:solidFill>
                <a:latin typeface="Comfortaa"/>
              </a:rPr>
              <a:t>Mục Tiêu Bài Học</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ED7AA"/>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476250" y="1438275"/>
            <a:ext cx="3492549" cy="4943475"/>
          </a:xfrm>
          <a:prstGeom prst="rect">
            <a:avLst/>
          </a:prstGeom>
        </p:spPr>
      </p:pic>
      <p:pic>
        <p:nvPicPr>
          <p:cNvPr id="3" name="Picture 2" descr="image.png"/>
          <p:cNvPicPr>
            <a:picLocks noChangeAspect="1"/>
          </p:cNvPicPr>
          <p:nvPr/>
        </p:nvPicPr>
        <p:blipFill>
          <a:blip r:embed="rId3"/>
          <a:stretch>
            <a:fillRect/>
          </a:stretch>
        </p:blipFill>
        <p:spPr>
          <a:xfrm>
            <a:off x="4349799" y="1438275"/>
            <a:ext cx="3492549" cy="4943475"/>
          </a:xfrm>
          <a:prstGeom prst="rect">
            <a:avLst/>
          </a:prstGeom>
        </p:spPr>
      </p:pic>
      <p:pic>
        <p:nvPicPr>
          <p:cNvPr id="4" name="Picture 3" descr="image.png"/>
          <p:cNvPicPr>
            <a:picLocks noChangeAspect="1"/>
          </p:cNvPicPr>
          <p:nvPr/>
        </p:nvPicPr>
        <p:blipFill>
          <a:blip r:embed="rId4"/>
          <a:stretch>
            <a:fillRect/>
          </a:stretch>
        </p:blipFill>
        <p:spPr>
          <a:xfrm>
            <a:off x="8223349" y="1438275"/>
            <a:ext cx="3492549" cy="4943475"/>
          </a:xfrm>
          <a:prstGeom prst="rect">
            <a:avLst/>
          </a:prstGeom>
        </p:spPr>
      </p:pic>
      <p:pic>
        <p:nvPicPr>
          <p:cNvPr id="5" name="Picture 4" descr="image.png"/>
          <p:cNvPicPr>
            <a:picLocks noChangeAspect="1"/>
          </p:cNvPicPr>
          <p:nvPr/>
        </p:nvPicPr>
        <p:blipFill>
          <a:blip r:embed="rId5"/>
          <a:stretch>
            <a:fillRect/>
          </a:stretch>
        </p:blipFill>
        <p:spPr>
          <a:xfrm>
            <a:off x="1650950" y="1819275"/>
            <a:ext cx="1143000" cy="1143000"/>
          </a:xfrm>
          <a:prstGeom prst="rect">
            <a:avLst/>
          </a:prstGeom>
        </p:spPr>
      </p:pic>
      <p:sp>
        <p:nvSpPr>
          <p:cNvPr id="6" name="TextBox 5"/>
          <p:cNvSpPr txBox="1"/>
          <p:nvPr/>
        </p:nvSpPr>
        <p:spPr>
          <a:xfrm>
            <a:off x="788986" y="3248025"/>
            <a:ext cx="2867077" cy="971550"/>
          </a:xfrm>
          <a:prstGeom prst="rect">
            <a:avLst/>
          </a:prstGeom>
          <a:noFill/>
        </p:spPr>
        <p:txBody>
          <a:bodyPr wrap="square" lIns="0" rIns="0" tIns="0" bIns="0" anchor="t">
            <a:spAutoFit/>
          </a:bodyPr>
          <a:lstStyle/>
          <a:p>
            <a:pPr algn="ctr"/>
            <a:r>
              <a:rPr b="0" sz="2850" i="0" u="none">
                <a:solidFill>
                  <a:srgbClr val="334155"/>
                </a:solidFill>
                <a:latin typeface="Nunito ExtraBold"/>
              </a:rPr>
              <a:t>1. Mở Hộp Đồ Nghề</a:t>
            </a:r>
          </a:p>
        </p:txBody>
      </p:sp>
      <p:sp>
        <p:nvSpPr>
          <p:cNvPr id="7" name="TextBox 6"/>
          <p:cNvSpPr txBox="1"/>
          <p:nvPr/>
        </p:nvSpPr>
        <p:spPr>
          <a:xfrm>
            <a:off x="857250" y="4362450"/>
            <a:ext cx="2730549" cy="1114425"/>
          </a:xfrm>
          <a:prstGeom prst="rect">
            <a:avLst/>
          </a:prstGeom>
          <a:noFill/>
        </p:spPr>
        <p:txBody>
          <a:bodyPr wrap="square" lIns="0" rIns="0" tIns="0" bIns="0" anchor="t">
            <a:spAutoFit/>
          </a:bodyPr>
          <a:lstStyle/>
          <a:p>
            <a:pPr algn="ctr">
              <a:lnSpc>
                <a:spcPts val="2925"/>
              </a:lnSpc>
            </a:pPr>
            <a:r>
              <a:rPr b="0" sz="1950" i="0" u="none">
                <a:solidFill>
                  <a:srgbClr val="334155"/>
                </a:solidFill>
                <a:latin typeface="Nunito SemiBold"/>
              </a:rPr>
              <a:t>Khám phá kho báu chứa hàng trăm hình khối bí ẩn.</a:t>
            </a:r>
          </a:p>
        </p:txBody>
      </p:sp>
      <p:pic>
        <p:nvPicPr>
          <p:cNvPr id="8" name="Picture 7" descr="image.png"/>
          <p:cNvPicPr>
            <a:picLocks noChangeAspect="1"/>
          </p:cNvPicPr>
          <p:nvPr/>
        </p:nvPicPr>
        <p:blipFill>
          <a:blip r:embed="rId6"/>
          <a:stretch>
            <a:fillRect/>
          </a:stretch>
        </p:blipFill>
        <p:spPr>
          <a:xfrm>
            <a:off x="5524500" y="1819275"/>
            <a:ext cx="1143000" cy="1143000"/>
          </a:xfrm>
          <a:prstGeom prst="rect">
            <a:avLst/>
          </a:prstGeom>
        </p:spPr>
      </p:pic>
      <p:sp>
        <p:nvSpPr>
          <p:cNvPr id="9" name="TextBox 8"/>
          <p:cNvSpPr txBox="1"/>
          <p:nvPr/>
        </p:nvSpPr>
        <p:spPr>
          <a:xfrm>
            <a:off x="4662535" y="3248025"/>
            <a:ext cx="2867077" cy="971550"/>
          </a:xfrm>
          <a:prstGeom prst="rect">
            <a:avLst/>
          </a:prstGeom>
          <a:noFill/>
        </p:spPr>
        <p:txBody>
          <a:bodyPr wrap="square" lIns="0" rIns="0" tIns="0" bIns="0" anchor="t">
            <a:spAutoFit/>
          </a:bodyPr>
          <a:lstStyle/>
          <a:p>
            <a:pPr algn="ctr"/>
            <a:r>
              <a:rPr b="0" sz="2850" i="0" u="none">
                <a:solidFill>
                  <a:srgbClr val="334155"/>
                </a:solidFill>
                <a:latin typeface="Nunito ExtraBold"/>
              </a:rPr>
              <a:t>2. Phép Thuật Tạo Hình</a:t>
            </a:r>
          </a:p>
        </p:txBody>
      </p:sp>
      <p:sp>
        <p:nvSpPr>
          <p:cNvPr id="10" name="TextBox 9"/>
          <p:cNvSpPr txBox="1"/>
          <p:nvPr/>
        </p:nvSpPr>
        <p:spPr>
          <a:xfrm>
            <a:off x="4730799" y="4362450"/>
            <a:ext cx="2730549" cy="1114425"/>
          </a:xfrm>
          <a:prstGeom prst="rect">
            <a:avLst/>
          </a:prstGeom>
          <a:noFill/>
        </p:spPr>
        <p:txBody>
          <a:bodyPr wrap="square" lIns="0" rIns="0" tIns="0" bIns="0" anchor="t">
            <a:spAutoFit/>
          </a:bodyPr>
          <a:lstStyle/>
          <a:p>
            <a:pPr algn="ctr">
              <a:lnSpc>
                <a:spcPts val="2925"/>
              </a:lnSpc>
            </a:pPr>
            <a:r>
              <a:rPr b="0" sz="1950" i="0" u="none">
                <a:solidFill>
                  <a:srgbClr val="334155"/>
                </a:solidFill>
                <a:latin typeface="Nunito SemiBold"/>
              </a:rPr>
              <a:t>Dùng đũa phép (chuột) để kéo và tạo ra các hình khối.</a:t>
            </a:r>
          </a:p>
        </p:txBody>
      </p:sp>
      <p:pic>
        <p:nvPicPr>
          <p:cNvPr id="11" name="Picture 10" descr="image.png"/>
          <p:cNvPicPr>
            <a:picLocks noChangeAspect="1"/>
          </p:cNvPicPr>
          <p:nvPr/>
        </p:nvPicPr>
        <p:blipFill>
          <a:blip r:embed="rId7"/>
          <a:stretch>
            <a:fillRect/>
          </a:stretch>
        </p:blipFill>
        <p:spPr>
          <a:xfrm>
            <a:off x="9398049" y="1819275"/>
            <a:ext cx="1143000" cy="1143000"/>
          </a:xfrm>
          <a:prstGeom prst="rect">
            <a:avLst/>
          </a:prstGeom>
        </p:spPr>
      </p:pic>
      <p:sp>
        <p:nvSpPr>
          <p:cNvPr id="12" name="TextBox 11"/>
          <p:cNvSpPr txBox="1"/>
          <p:nvPr/>
        </p:nvSpPr>
        <p:spPr>
          <a:xfrm>
            <a:off x="8699390" y="3248025"/>
            <a:ext cx="2540317" cy="485775"/>
          </a:xfrm>
          <a:prstGeom prst="rect">
            <a:avLst/>
          </a:prstGeom>
          <a:noFill/>
        </p:spPr>
        <p:txBody>
          <a:bodyPr wrap="square" lIns="0" rIns="0" tIns="0" bIns="0" anchor="t">
            <a:spAutoFit/>
          </a:bodyPr>
          <a:lstStyle/>
          <a:p>
            <a:pPr algn="ctr"/>
            <a:r>
              <a:rPr b="0" sz="2850" i="0" u="none">
                <a:solidFill>
                  <a:srgbClr val="334155"/>
                </a:solidFill>
                <a:latin typeface="Nunito ExtraBold"/>
              </a:rPr>
              <a:t>3. Mặc Áo Mới</a:t>
            </a:r>
          </a:p>
        </p:txBody>
      </p:sp>
      <p:sp>
        <p:nvSpPr>
          <p:cNvPr id="13" name="TextBox 12"/>
          <p:cNvSpPr txBox="1"/>
          <p:nvPr/>
        </p:nvSpPr>
        <p:spPr>
          <a:xfrm>
            <a:off x="8604349" y="3876675"/>
            <a:ext cx="2730549" cy="1114425"/>
          </a:xfrm>
          <a:prstGeom prst="rect">
            <a:avLst/>
          </a:prstGeom>
          <a:noFill/>
        </p:spPr>
        <p:txBody>
          <a:bodyPr wrap="square" lIns="0" rIns="0" tIns="0" bIns="0" anchor="t">
            <a:spAutoFit/>
          </a:bodyPr>
          <a:lstStyle/>
          <a:p>
            <a:pPr algn="ctr">
              <a:lnSpc>
                <a:spcPts val="2925"/>
              </a:lnSpc>
            </a:pPr>
            <a:r>
              <a:rPr b="0" sz="1950" i="0" u="none">
                <a:solidFill>
                  <a:srgbClr val="334155"/>
                </a:solidFill>
                <a:latin typeface="Nunito SemiBold"/>
              </a:rPr>
              <a:t>Tô màu thật rực rỡ để biến hóa cho các hình khối.</a:t>
            </a:r>
          </a:p>
        </p:txBody>
      </p:sp>
      <p:pic>
        <p:nvPicPr>
          <p:cNvPr id="14" name="Picture 13" descr="image.png"/>
          <p:cNvPicPr>
            <a:picLocks noChangeAspect="1"/>
          </p:cNvPicPr>
          <p:nvPr/>
        </p:nvPicPr>
        <p:blipFill>
          <a:blip r:embed="rId8"/>
          <a:stretch>
            <a:fillRect/>
          </a:stretch>
        </p:blipFill>
        <p:spPr>
          <a:xfrm>
            <a:off x="1936700" y="2105025"/>
            <a:ext cx="571500" cy="571500"/>
          </a:xfrm>
          <a:prstGeom prst="rect">
            <a:avLst/>
          </a:prstGeom>
        </p:spPr>
      </p:pic>
      <p:pic>
        <p:nvPicPr>
          <p:cNvPr id="15" name="Picture 14" descr="image.png"/>
          <p:cNvPicPr>
            <a:picLocks noChangeAspect="1"/>
          </p:cNvPicPr>
          <p:nvPr/>
        </p:nvPicPr>
        <p:blipFill>
          <a:blip r:embed="rId9"/>
          <a:stretch>
            <a:fillRect/>
          </a:stretch>
        </p:blipFill>
        <p:spPr>
          <a:xfrm>
            <a:off x="5772150" y="2105025"/>
            <a:ext cx="647700" cy="571500"/>
          </a:xfrm>
          <a:prstGeom prst="rect">
            <a:avLst/>
          </a:prstGeom>
        </p:spPr>
      </p:pic>
      <p:pic>
        <p:nvPicPr>
          <p:cNvPr id="16" name="Picture 15" descr="image.png"/>
          <p:cNvPicPr>
            <a:picLocks noChangeAspect="1"/>
          </p:cNvPicPr>
          <p:nvPr/>
        </p:nvPicPr>
        <p:blipFill>
          <a:blip r:embed="rId10"/>
          <a:stretch>
            <a:fillRect/>
          </a:stretch>
        </p:blipFill>
        <p:spPr>
          <a:xfrm>
            <a:off x="9645699" y="2105025"/>
            <a:ext cx="647700" cy="571500"/>
          </a:xfrm>
          <a:prstGeom prst="rect">
            <a:avLst/>
          </a:prstGeom>
        </p:spPr>
      </p:pic>
      <p:sp>
        <p:nvSpPr>
          <p:cNvPr id="17" name="TextBox 16"/>
          <p:cNvSpPr txBox="1"/>
          <p:nvPr/>
        </p:nvSpPr>
        <p:spPr>
          <a:xfrm>
            <a:off x="476250" y="476250"/>
            <a:ext cx="11715750" cy="581025"/>
          </a:xfrm>
          <a:prstGeom prst="rect">
            <a:avLst/>
          </a:prstGeom>
          <a:noFill/>
        </p:spPr>
        <p:txBody>
          <a:bodyPr wrap="square" lIns="0" rIns="0" tIns="0" bIns="0" anchor="t">
            <a:spAutoFit/>
          </a:bodyPr>
          <a:lstStyle/>
          <a:p>
            <a:pPr algn="l"/>
            <a:r>
              <a:rPr b="1" sz="4125" i="0" u="none">
                <a:solidFill>
                  <a:srgbClr val="1E293B"/>
                </a:solidFill>
                <a:latin typeface="Comfortaa"/>
              </a:rPr>
              <a:t>3 Bước Thần Chú</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E9D5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6334125" y="1438275"/>
            <a:ext cx="5381625" cy="4943475"/>
          </a:xfrm>
          <a:prstGeom prst="rect">
            <a:avLst/>
          </a:prstGeom>
        </p:spPr>
      </p:pic>
      <p:pic>
        <p:nvPicPr>
          <p:cNvPr id="3" name="Picture 2" descr="image.png"/>
          <p:cNvPicPr>
            <a:picLocks noChangeAspect="1"/>
          </p:cNvPicPr>
          <p:nvPr/>
        </p:nvPicPr>
        <p:blipFill>
          <a:blip r:embed="rId3"/>
          <a:stretch>
            <a:fillRect/>
          </a:stretch>
        </p:blipFill>
        <p:spPr>
          <a:xfrm>
            <a:off x="1262062" y="2005012"/>
            <a:ext cx="3810000" cy="3810000"/>
          </a:xfrm>
          <a:prstGeom prst="rect">
            <a:avLst/>
          </a:prstGeom>
        </p:spPr>
      </p:pic>
      <p:sp>
        <p:nvSpPr>
          <p:cNvPr id="4" name="TextBox 3"/>
          <p:cNvSpPr txBox="1"/>
          <p:nvPr/>
        </p:nvSpPr>
        <p:spPr>
          <a:xfrm>
            <a:off x="6715125" y="2481262"/>
            <a:ext cx="4850606" cy="485775"/>
          </a:xfrm>
          <a:prstGeom prst="rect">
            <a:avLst/>
          </a:prstGeom>
          <a:noFill/>
        </p:spPr>
        <p:txBody>
          <a:bodyPr wrap="square" lIns="0" rIns="0" tIns="0" bIns="0" anchor="t">
            <a:spAutoFit/>
          </a:bodyPr>
          <a:lstStyle/>
          <a:p>
            <a:pPr algn="l"/>
            <a:r>
              <a:rPr b="0" sz="2850" i="0" u="none">
                <a:solidFill>
                  <a:srgbClr val="334155"/>
                </a:solidFill>
                <a:latin typeface="Nunito ExtraBold"/>
              </a:rPr>
              <a:t>Tìm công cụ Shapes</a:t>
            </a:r>
          </a:p>
        </p:txBody>
      </p:sp>
      <p:sp>
        <p:nvSpPr>
          <p:cNvPr id="5" name="TextBox 4"/>
          <p:cNvSpPr txBox="1"/>
          <p:nvPr/>
        </p:nvSpPr>
        <p:spPr>
          <a:xfrm>
            <a:off x="6715125" y="3109912"/>
            <a:ext cx="4619625" cy="2228850"/>
          </a:xfrm>
          <a:prstGeom prst="rect">
            <a:avLst/>
          </a:prstGeom>
          <a:noFill/>
        </p:spPr>
        <p:txBody>
          <a:bodyPr wrap="square" lIns="0" rIns="0" tIns="0" bIns="0" anchor="t">
            <a:spAutoFit/>
          </a:bodyPr>
          <a:lstStyle/>
          <a:p>
            <a:pPr algn="l">
              <a:lnSpc>
                <a:spcPts val="2925"/>
              </a:lnSpc>
            </a:pPr>
            <a:r>
              <a:t>
</a:t>
            </a:r>
            <a:r>
              <a:rPr b="0" sz="1950" i="0" u="none">
                <a:solidFill>
                  <a:srgbClr val="334155"/>
                </a:solidFill>
                <a:latin typeface="Nunito SemiBold"/>
              </a:rPr>
              <a:t> Đầu tiên, các em hãy nhìn lên thanh công cụ phía trên cùng, bấm vào chữ </a:t>
            </a:r>
            <a:r>
              <a:rPr b="0" sz="1950" i="0" u="none">
                <a:solidFill>
                  <a:srgbClr val="334155"/>
                </a:solidFill>
                <a:latin typeface="Nunito Black"/>
              </a:rPr>
              <a:t>Insert</a:t>
            </a:r>
            <a:r>
              <a:rPr b="0" sz="1950" i="0" u="none">
                <a:solidFill>
                  <a:srgbClr val="334155"/>
                </a:solidFill>
                <a:latin typeface="Nunito SemiBold"/>
              </a:rPr>
              <a:t> (Chèn). Sau đó, hãy tìm biểu tượng có rất nhiều hình khối xếp cùng nhau mang tên </a:t>
            </a:r>
            <a:r>
              <a:rPr b="0" sz="1950" i="0" u="none">
                <a:solidFill>
                  <a:srgbClr val="334155"/>
                </a:solidFill>
                <a:latin typeface="Nunito Black"/>
              </a:rPr>
              <a:t>Shapes</a:t>
            </a:r>
            <a:r>
              <a:rPr b="0" sz="1950" i="0" u="none">
                <a:solidFill>
                  <a:srgbClr val="334155"/>
                </a:solidFill>
                <a:latin typeface="Nunito SemiBold"/>
              </a:rPr>
              <a:t> nhé!</a:t>
            </a:r>
          </a:p>
        </p:txBody>
      </p:sp>
      <p:pic>
        <p:nvPicPr>
          <p:cNvPr id="6" name="Picture 5" descr="image.png"/>
          <p:cNvPicPr>
            <a:picLocks noChangeAspect="1"/>
          </p:cNvPicPr>
          <p:nvPr/>
        </p:nvPicPr>
        <p:blipFill>
          <a:blip r:embed="rId4"/>
          <a:stretch>
            <a:fillRect/>
          </a:stretch>
        </p:blipFill>
        <p:spPr>
          <a:xfrm>
            <a:off x="1357312" y="2100262"/>
            <a:ext cx="3619500" cy="3619500"/>
          </a:xfrm>
          <a:prstGeom prst="rect">
            <a:avLst/>
          </a:prstGeom>
        </p:spPr>
      </p:pic>
      <p:sp>
        <p:nvSpPr>
          <p:cNvPr id="7" name="TextBox 6"/>
          <p:cNvSpPr txBox="1"/>
          <p:nvPr/>
        </p:nvSpPr>
        <p:spPr>
          <a:xfrm>
            <a:off x="476250" y="476250"/>
            <a:ext cx="11715750" cy="581025"/>
          </a:xfrm>
          <a:prstGeom prst="rect">
            <a:avLst/>
          </a:prstGeom>
          <a:noFill/>
        </p:spPr>
        <p:txBody>
          <a:bodyPr wrap="square" lIns="0" rIns="0" tIns="0" bIns="0" anchor="t">
            <a:spAutoFit/>
          </a:bodyPr>
          <a:lstStyle/>
          <a:p>
            <a:pPr algn="l"/>
            <a:r>
              <a:rPr b="1" sz="4125" i="0" u="none">
                <a:solidFill>
                  <a:srgbClr val="1E293B"/>
                </a:solidFill>
                <a:latin typeface="Comfortaa"/>
              </a:rPr>
              <a:t>Bước 1: Mở Hộp Đồ Nghề</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BBF7D0"/>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571500" y="2471737"/>
            <a:ext cx="5286375" cy="2876550"/>
          </a:xfrm>
          <a:prstGeom prst="rect">
            <a:avLst/>
          </a:prstGeom>
        </p:spPr>
      </p:pic>
      <p:sp>
        <p:nvSpPr>
          <p:cNvPr id="3" name="TextBox 2"/>
          <p:cNvSpPr txBox="1"/>
          <p:nvPr/>
        </p:nvSpPr>
        <p:spPr>
          <a:xfrm>
            <a:off x="571500" y="571500"/>
            <a:ext cx="5550693" cy="581025"/>
          </a:xfrm>
          <a:prstGeom prst="rect">
            <a:avLst/>
          </a:prstGeom>
          <a:noFill/>
        </p:spPr>
        <p:txBody>
          <a:bodyPr wrap="square" lIns="0" rIns="0" tIns="0" bIns="0" anchor="t">
            <a:spAutoFit/>
          </a:bodyPr>
          <a:lstStyle/>
          <a:p>
            <a:pPr algn="l"/>
            <a:r>
              <a:rPr b="1" sz="4125" i="0" u="none">
                <a:solidFill>
                  <a:srgbClr val="1E293B"/>
                </a:solidFill>
                <a:latin typeface="Comfortaa"/>
              </a:rPr>
              <a:t>Bước 2: Phép Thuật</a:t>
            </a:r>
          </a:p>
        </p:txBody>
      </p:sp>
      <p:pic>
        <p:nvPicPr>
          <p:cNvPr id="4" name="Picture 3" descr="image.png"/>
          <p:cNvPicPr>
            <a:picLocks noChangeAspect="1"/>
          </p:cNvPicPr>
          <p:nvPr/>
        </p:nvPicPr>
        <p:blipFill>
          <a:blip r:embed="rId3"/>
          <a:stretch>
            <a:fillRect/>
          </a:stretch>
        </p:blipFill>
        <p:spPr>
          <a:xfrm>
            <a:off x="6334125" y="0"/>
            <a:ext cx="2781300" cy="209550"/>
          </a:xfrm>
          <a:prstGeom prst="rect">
            <a:avLst/>
          </a:prstGeom>
        </p:spPr>
      </p:pic>
      <p:sp>
        <p:nvSpPr>
          <p:cNvPr id="5" name="TextBox 4"/>
          <p:cNvSpPr txBox="1"/>
          <p:nvPr/>
        </p:nvSpPr>
        <p:spPr>
          <a:xfrm>
            <a:off x="952500" y="2852737"/>
            <a:ext cx="4750593" cy="485775"/>
          </a:xfrm>
          <a:prstGeom prst="rect">
            <a:avLst/>
          </a:prstGeom>
          <a:noFill/>
        </p:spPr>
        <p:txBody>
          <a:bodyPr wrap="square" lIns="0" rIns="0" tIns="0" bIns="0" anchor="t">
            <a:spAutoFit/>
          </a:bodyPr>
          <a:lstStyle/>
          <a:p>
            <a:pPr algn="l"/>
            <a:r>
              <a:rPr b="0" sz="2850" i="0" u="none">
                <a:solidFill>
                  <a:srgbClr val="334155"/>
                </a:solidFill>
                <a:latin typeface="Nunito ExtraBold"/>
              </a:rPr>
              <a:t>Cách Vẽ Hình</a:t>
            </a:r>
          </a:p>
        </p:txBody>
      </p:sp>
      <p:sp>
        <p:nvSpPr>
          <p:cNvPr id="6" name="TextBox 5"/>
          <p:cNvSpPr txBox="1"/>
          <p:nvPr/>
        </p:nvSpPr>
        <p:spPr>
          <a:xfrm>
            <a:off x="952500" y="3481387"/>
            <a:ext cx="4524375" cy="1485900"/>
          </a:xfrm>
          <a:prstGeom prst="rect">
            <a:avLst/>
          </a:prstGeom>
          <a:noFill/>
        </p:spPr>
        <p:txBody>
          <a:bodyPr wrap="square" lIns="0" rIns="0" tIns="0" bIns="0" anchor="t">
            <a:spAutoFit/>
          </a:bodyPr>
          <a:lstStyle/>
          <a:p>
            <a:pPr algn="l">
              <a:lnSpc>
                <a:spcPts val="2925"/>
              </a:lnSpc>
            </a:pPr>
            <a:r>
              <a:rPr b="0" sz="1950" i="0" u="none">
                <a:solidFill>
                  <a:srgbClr val="334155"/>
                </a:solidFill>
                <a:latin typeface="Nunito SemiBold"/>
              </a:rPr>
              <a:t>Bấm chọn một hình bất kỳ (ngôi sao, mặt cười...). Đưa chuột xuống trang giấy trắng, </a:t>
            </a:r>
            <a:r>
              <a:rPr b="0" sz="1950" i="0" u="none">
                <a:solidFill>
                  <a:srgbClr val="334155"/>
                </a:solidFill>
                <a:latin typeface="Nunito Black"/>
              </a:rPr>
              <a:t>nhấn giữ chuột trái và kéo</a:t>
            </a:r>
            <a:r>
              <a:rPr b="0" sz="1950" i="0" u="none">
                <a:solidFill>
                  <a:srgbClr val="334155"/>
                </a:solidFill>
                <a:latin typeface="Nunito SemiBold"/>
              </a:rPr>
              <a:t> để hình hiện ra to hay nhỏ tùy ý em nhé!</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BCFE8"/>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476250" y="1438275"/>
            <a:ext cx="5381625" cy="4943475"/>
          </a:xfrm>
          <a:prstGeom prst="rect">
            <a:avLst/>
          </a:prstGeom>
        </p:spPr>
      </p:pic>
      <p:pic>
        <p:nvPicPr>
          <p:cNvPr id="3" name="Picture 2" descr="image.png"/>
          <p:cNvPicPr>
            <a:picLocks noChangeAspect="1"/>
          </p:cNvPicPr>
          <p:nvPr/>
        </p:nvPicPr>
        <p:blipFill>
          <a:blip r:embed="rId3"/>
          <a:stretch>
            <a:fillRect/>
          </a:stretch>
        </p:blipFill>
        <p:spPr>
          <a:xfrm>
            <a:off x="7119937" y="2005012"/>
            <a:ext cx="3810000" cy="3810000"/>
          </a:xfrm>
          <a:prstGeom prst="rect">
            <a:avLst/>
          </a:prstGeom>
        </p:spPr>
      </p:pic>
      <p:sp>
        <p:nvSpPr>
          <p:cNvPr id="4" name="TextBox 3"/>
          <p:cNvSpPr txBox="1"/>
          <p:nvPr/>
        </p:nvSpPr>
        <p:spPr>
          <a:xfrm>
            <a:off x="857250" y="2295525"/>
            <a:ext cx="4850606" cy="485775"/>
          </a:xfrm>
          <a:prstGeom prst="rect">
            <a:avLst/>
          </a:prstGeom>
          <a:noFill/>
        </p:spPr>
        <p:txBody>
          <a:bodyPr wrap="square" lIns="0" rIns="0" tIns="0" bIns="0" anchor="t">
            <a:spAutoFit/>
          </a:bodyPr>
          <a:lstStyle/>
          <a:p>
            <a:pPr algn="l"/>
            <a:r>
              <a:rPr b="0" sz="2850" i="0" u="none">
                <a:solidFill>
                  <a:srgbClr val="334155"/>
                </a:solidFill>
                <a:latin typeface="Nunito ExtraBold"/>
              </a:rPr>
              <a:t>Tô Màu Sắc Sở</a:t>
            </a:r>
          </a:p>
        </p:txBody>
      </p:sp>
      <p:sp>
        <p:nvSpPr>
          <p:cNvPr id="5" name="TextBox 4"/>
          <p:cNvSpPr txBox="1"/>
          <p:nvPr/>
        </p:nvSpPr>
        <p:spPr>
          <a:xfrm>
            <a:off x="857250" y="2924175"/>
            <a:ext cx="4619625" cy="2600325"/>
          </a:xfrm>
          <a:prstGeom prst="rect">
            <a:avLst/>
          </a:prstGeom>
          <a:noFill/>
        </p:spPr>
        <p:txBody>
          <a:bodyPr wrap="square" lIns="0" rIns="0" tIns="0" bIns="0" anchor="t">
            <a:spAutoFit/>
          </a:bodyPr>
          <a:lstStyle/>
          <a:p>
            <a:pPr algn="l">
              <a:lnSpc>
                <a:spcPts val="2925"/>
              </a:lnSpc>
            </a:pPr>
            <a:r>
              <a:t>
</a:t>
            </a:r>
            <a:r>
              <a:rPr b="0" sz="1950" i="0" u="none">
                <a:solidFill>
                  <a:srgbClr val="334155"/>
                </a:solidFill>
                <a:latin typeface="Nunito SemiBold"/>
              </a:rPr>
              <a:t> Bấm đúp chuột trái vào hình vừa vẽ.</a:t>
            </a:r>
            <a:r>
              <a:t>
</a:t>
            </a:r>
            <a:r>
              <a:t>
</a:t>
            </a:r>
            <a:r>
              <a:rPr b="0" sz="1950" i="0" u="none">
                <a:solidFill>
                  <a:srgbClr val="334155"/>
                </a:solidFill>
                <a:latin typeface="Nunito SemiBold"/>
              </a:rPr>
              <a:t> 👉 Chọn </a:t>
            </a:r>
            <a:r>
              <a:rPr b="0" sz="1950" i="0" u="none">
                <a:solidFill>
                  <a:srgbClr val="334155"/>
                </a:solidFill>
                <a:latin typeface="Nunito Black"/>
              </a:rPr>
              <a:t>Shape Fill</a:t>
            </a:r>
            <a:r>
              <a:rPr b="0" sz="1950" i="0" u="none">
                <a:solidFill>
                  <a:srgbClr val="334155"/>
                </a:solidFill>
                <a:latin typeface="Nunito SemiBold"/>
              </a:rPr>
              <a:t> (Cái xô màu) để tô màu bên trong.</a:t>
            </a:r>
            <a:r>
              <a:t>
</a:t>
            </a:r>
            <a:r>
              <a:rPr b="0" sz="1950" i="0" u="none">
                <a:solidFill>
                  <a:srgbClr val="334155"/>
                </a:solidFill>
                <a:latin typeface="Nunito SemiBold"/>
              </a:rPr>
              <a:t> 👉 Chọn </a:t>
            </a:r>
            <a:r>
              <a:rPr b="0" sz="1950" i="0" u="none">
                <a:solidFill>
                  <a:srgbClr val="334155"/>
                </a:solidFill>
                <a:latin typeface="Nunito Black"/>
              </a:rPr>
              <a:t>Shape Outline</a:t>
            </a:r>
            <a:r>
              <a:rPr b="0" sz="1950" i="0" u="none">
                <a:solidFill>
                  <a:srgbClr val="334155"/>
                </a:solidFill>
                <a:latin typeface="Nunito SemiBold"/>
              </a:rPr>
              <a:t> (Cây bút) để tô màu đường viền.</a:t>
            </a:r>
          </a:p>
        </p:txBody>
      </p:sp>
      <p:pic>
        <p:nvPicPr>
          <p:cNvPr id="6" name="Picture 5" descr="image.png"/>
          <p:cNvPicPr>
            <a:picLocks noChangeAspect="1"/>
          </p:cNvPicPr>
          <p:nvPr/>
        </p:nvPicPr>
        <p:blipFill>
          <a:blip r:embed="rId4"/>
          <a:stretch>
            <a:fillRect/>
          </a:stretch>
        </p:blipFill>
        <p:spPr>
          <a:xfrm>
            <a:off x="7215187" y="2100262"/>
            <a:ext cx="3619500" cy="3619500"/>
          </a:xfrm>
          <a:prstGeom prst="rect">
            <a:avLst/>
          </a:prstGeom>
        </p:spPr>
      </p:pic>
      <p:sp>
        <p:nvSpPr>
          <p:cNvPr id="7" name="TextBox 6"/>
          <p:cNvSpPr txBox="1"/>
          <p:nvPr/>
        </p:nvSpPr>
        <p:spPr>
          <a:xfrm>
            <a:off x="476250" y="476250"/>
            <a:ext cx="11715750" cy="581025"/>
          </a:xfrm>
          <a:prstGeom prst="rect">
            <a:avLst/>
          </a:prstGeom>
          <a:noFill/>
        </p:spPr>
        <p:txBody>
          <a:bodyPr wrap="square" lIns="0" rIns="0" tIns="0" bIns="0" anchor="t">
            <a:spAutoFit/>
          </a:bodyPr>
          <a:lstStyle/>
          <a:p>
            <a:pPr algn="l"/>
            <a:r>
              <a:rPr b="1" sz="4125" i="0" u="none">
                <a:solidFill>
                  <a:srgbClr val="1E293B"/>
                </a:solidFill>
                <a:latin typeface="Comfortaa"/>
              </a:rPr>
              <a:t>Bước 3: Mặc Áo Mới</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EF08A"/>
        </a:solidFill>
        <a:effectLst/>
      </p:bgPr>
    </p:bg>
    <p:spTree>
      <p:nvGrpSpPr>
        <p:cNvPr id="1" name=""/>
        <p:cNvGrpSpPr/>
        <p:nvPr/>
      </p:nvGrpSpPr>
      <p:grpSpPr/>
      <p:sp>
        <p:nvSpPr>
          <p:cNvPr id="2" name="Rounded Rectangle 1"/>
          <p:cNvSpPr/>
          <p:nvPr/>
        </p:nvSpPr>
        <p:spPr>
          <a:xfrm>
            <a:off x="-476250" y="-476250"/>
            <a:ext cx="2857500" cy="2857500"/>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8382000" y="3524250"/>
            <a:ext cx="4762500" cy="4762500"/>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70396" y="2928342"/>
            <a:ext cx="9651206" cy="847725"/>
          </a:xfrm>
          <a:prstGeom prst="rect">
            <a:avLst/>
          </a:prstGeom>
          <a:noFill/>
        </p:spPr>
        <p:txBody>
          <a:bodyPr wrap="square" lIns="0" rIns="0" tIns="0" bIns="0" anchor="t">
            <a:spAutoFit/>
          </a:bodyPr>
          <a:lstStyle/>
          <a:p>
            <a:pPr algn="ctr"/>
            <a:r>
              <a:rPr b="1" sz="6000" i="0" u="none">
                <a:solidFill>
                  <a:srgbClr val="1E293B"/>
                </a:solidFill>
                <a:latin typeface="Comfortaa"/>
              </a:rPr>
              <a:t>Thử Thách Thực Hành!</a:t>
            </a:r>
          </a:p>
        </p:txBody>
      </p:sp>
      <p:sp>
        <p:nvSpPr>
          <p:cNvPr id="5" name="TextBox 4"/>
          <p:cNvSpPr txBox="1"/>
          <p:nvPr/>
        </p:nvSpPr>
        <p:spPr>
          <a:xfrm>
            <a:off x="1500187" y="4061817"/>
            <a:ext cx="9191625" cy="500062"/>
          </a:xfrm>
          <a:prstGeom prst="rect">
            <a:avLst/>
          </a:prstGeom>
          <a:noFill/>
        </p:spPr>
        <p:txBody>
          <a:bodyPr wrap="square" lIns="0" rIns="0" tIns="0" bIns="0" anchor="t">
            <a:spAutoFit/>
          </a:bodyPr>
          <a:lstStyle/>
          <a:p>
            <a:pPr algn="ctr">
              <a:lnSpc>
                <a:spcPts val="3937"/>
              </a:lnSpc>
            </a:pPr>
            <a:r>
              <a:rPr b="1" sz="2625" i="0" u="none">
                <a:solidFill>
                  <a:srgbClr val="475569"/>
                </a:solidFill>
                <a:latin typeface="Nunito"/>
              </a:rPr>
              <a:t>Các họa sĩ nhí đã sẵn sàng chưa? 🚀</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E9D5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476250" y="1438275"/>
            <a:ext cx="3492549" cy="4943475"/>
          </a:xfrm>
          <a:prstGeom prst="rect">
            <a:avLst/>
          </a:prstGeom>
        </p:spPr>
      </p:pic>
      <p:pic>
        <p:nvPicPr>
          <p:cNvPr id="3" name="Picture 2" descr="image.png"/>
          <p:cNvPicPr>
            <a:picLocks noChangeAspect="1"/>
          </p:cNvPicPr>
          <p:nvPr/>
        </p:nvPicPr>
        <p:blipFill>
          <a:blip r:embed="rId3"/>
          <a:stretch>
            <a:fillRect/>
          </a:stretch>
        </p:blipFill>
        <p:spPr>
          <a:xfrm>
            <a:off x="4349799" y="1438275"/>
            <a:ext cx="3492549" cy="4943475"/>
          </a:xfrm>
          <a:prstGeom prst="rect">
            <a:avLst/>
          </a:prstGeom>
        </p:spPr>
      </p:pic>
      <p:pic>
        <p:nvPicPr>
          <p:cNvPr id="4" name="Picture 3" descr="image.png"/>
          <p:cNvPicPr>
            <a:picLocks noChangeAspect="1"/>
          </p:cNvPicPr>
          <p:nvPr/>
        </p:nvPicPr>
        <p:blipFill>
          <a:blip r:embed="rId4"/>
          <a:stretch>
            <a:fillRect/>
          </a:stretch>
        </p:blipFill>
        <p:spPr>
          <a:xfrm>
            <a:off x="8223349" y="1438275"/>
            <a:ext cx="3492549" cy="4943475"/>
          </a:xfrm>
          <a:prstGeom prst="rect">
            <a:avLst/>
          </a:prstGeom>
        </p:spPr>
      </p:pic>
      <p:pic>
        <p:nvPicPr>
          <p:cNvPr id="5" name="Picture 4" descr="image.png"/>
          <p:cNvPicPr>
            <a:picLocks noChangeAspect="1"/>
          </p:cNvPicPr>
          <p:nvPr/>
        </p:nvPicPr>
        <p:blipFill>
          <a:blip r:embed="rId5"/>
          <a:stretch>
            <a:fillRect/>
          </a:stretch>
        </p:blipFill>
        <p:spPr>
          <a:xfrm>
            <a:off x="1650950" y="1819275"/>
            <a:ext cx="1143000" cy="1143000"/>
          </a:xfrm>
          <a:prstGeom prst="rect">
            <a:avLst/>
          </a:prstGeom>
        </p:spPr>
      </p:pic>
      <p:sp>
        <p:nvSpPr>
          <p:cNvPr id="6" name="TextBox 5"/>
          <p:cNvSpPr txBox="1"/>
          <p:nvPr/>
        </p:nvSpPr>
        <p:spPr>
          <a:xfrm>
            <a:off x="1272331" y="3248025"/>
            <a:ext cx="1900237" cy="485775"/>
          </a:xfrm>
          <a:prstGeom prst="rect">
            <a:avLst/>
          </a:prstGeom>
          <a:noFill/>
        </p:spPr>
        <p:txBody>
          <a:bodyPr wrap="square" lIns="0" rIns="0" tIns="0" bIns="0" anchor="t">
            <a:spAutoFit/>
          </a:bodyPr>
          <a:lstStyle/>
          <a:p>
            <a:pPr algn="ctr"/>
            <a:r>
              <a:rPr b="0" sz="2850" i="0" u="none">
                <a:solidFill>
                  <a:srgbClr val="334155"/>
                </a:solidFill>
                <a:latin typeface="Nunito ExtraBold"/>
              </a:rPr>
              <a:t>1. Vẽ Hình</a:t>
            </a:r>
          </a:p>
        </p:txBody>
      </p:sp>
      <p:sp>
        <p:nvSpPr>
          <p:cNvPr id="7" name="TextBox 6"/>
          <p:cNvSpPr txBox="1"/>
          <p:nvPr/>
        </p:nvSpPr>
        <p:spPr>
          <a:xfrm>
            <a:off x="857250" y="3876675"/>
            <a:ext cx="2730549" cy="1114425"/>
          </a:xfrm>
          <a:prstGeom prst="rect">
            <a:avLst/>
          </a:prstGeom>
          <a:noFill/>
        </p:spPr>
        <p:txBody>
          <a:bodyPr wrap="square" lIns="0" rIns="0" tIns="0" bIns="0" anchor="t">
            <a:spAutoFit/>
          </a:bodyPr>
          <a:lstStyle/>
          <a:p>
            <a:pPr algn="ctr">
              <a:lnSpc>
                <a:spcPts val="2925"/>
              </a:lnSpc>
            </a:pPr>
            <a:r>
              <a:rPr b="0" sz="1950" i="0" u="none">
                <a:solidFill>
                  <a:srgbClr val="334155"/>
                </a:solidFill>
                <a:latin typeface="Nunito SemiBold"/>
              </a:rPr>
              <a:t>Dùng công cụ Shapes, vẽ ra 1 Mặt trăng và 3 Ngôi sao.</a:t>
            </a:r>
          </a:p>
        </p:txBody>
      </p:sp>
      <p:pic>
        <p:nvPicPr>
          <p:cNvPr id="8" name="Picture 7" descr="image.png"/>
          <p:cNvPicPr>
            <a:picLocks noChangeAspect="1"/>
          </p:cNvPicPr>
          <p:nvPr/>
        </p:nvPicPr>
        <p:blipFill>
          <a:blip r:embed="rId6"/>
          <a:stretch>
            <a:fillRect/>
          </a:stretch>
        </p:blipFill>
        <p:spPr>
          <a:xfrm>
            <a:off x="5524500" y="1819275"/>
            <a:ext cx="1143000" cy="1143000"/>
          </a:xfrm>
          <a:prstGeom prst="rect">
            <a:avLst/>
          </a:prstGeom>
        </p:spPr>
      </p:pic>
      <p:sp>
        <p:nvSpPr>
          <p:cNvPr id="9" name="TextBox 8"/>
          <p:cNvSpPr txBox="1"/>
          <p:nvPr/>
        </p:nvSpPr>
        <p:spPr>
          <a:xfrm>
            <a:off x="4695825" y="3248025"/>
            <a:ext cx="2800350" cy="485775"/>
          </a:xfrm>
          <a:prstGeom prst="rect">
            <a:avLst/>
          </a:prstGeom>
          <a:noFill/>
        </p:spPr>
        <p:txBody>
          <a:bodyPr wrap="square" lIns="0" rIns="0" tIns="0" bIns="0" anchor="t">
            <a:spAutoFit/>
          </a:bodyPr>
          <a:lstStyle/>
          <a:p>
            <a:pPr algn="ctr"/>
            <a:r>
              <a:rPr b="0" sz="2850" i="0" u="none">
                <a:solidFill>
                  <a:srgbClr val="334155"/>
                </a:solidFill>
                <a:latin typeface="Nunito ExtraBold"/>
              </a:rPr>
              <a:t>2. Tô Màu Vàng</a:t>
            </a:r>
          </a:p>
        </p:txBody>
      </p:sp>
      <p:sp>
        <p:nvSpPr>
          <p:cNvPr id="10" name="TextBox 9"/>
          <p:cNvSpPr txBox="1"/>
          <p:nvPr/>
        </p:nvSpPr>
        <p:spPr>
          <a:xfrm>
            <a:off x="4730799" y="3876675"/>
            <a:ext cx="2730549" cy="1114425"/>
          </a:xfrm>
          <a:prstGeom prst="rect">
            <a:avLst/>
          </a:prstGeom>
          <a:noFill/>
        </p:spPr>
        <p:txBody>
          <a:bodyPr wrap="square" lIns="0" rIns="0" tIns="0" bIns="0" anchor="t">
            <a:spAutoFit/>
          </a:bodyPr>
          <a:lstStyle/>
          <a:p>
            <a:pPr algn="ctr">
              <a:lnSpc>
                <a:spcPts val="2925"/>
              </a:lnSpc>
            </a:pPr>
            <a:r>
              <a:rPr b="0" sz="1950" i="0" u="none">
                <a:solidFill>
                  <a:srgbClr val="334155"/>
                </a:solidFill>
                <a:latin typeface="Nunito SemiBold"/>
              </a:rPr>
              <a:t>Dùng Shape Fill để tô màu Vàng cho mặt trăng và các vì sao.</a:t>
            </a:r>
          </a:p>
        </p:txBody>
      </p:sp>
      <p:pic>
        <p:nvPicPr>
          <p:cNvPr id="11" name="Picture 10" descr="image.png"/>
          <p:cNvPicPr>
            <a:picLocks noChangeAspect="1"/>
          </p:cNvPicPr>
          <p:nvPr/>
        </p:nvPicPr>
        <p:blipFill>
          <a:blip r:embed="rId7"/>
          <a:stretch>
            <a:fillRect/>
          </a:stretch>
        </p:blipFill>
        <p:spPr>
          <a:xfrm>
            <a:off x="9398049" y="1819275"/>
            <a:ext cx="1143000" cy="1143000"/>
          </a:xfrm>
          <a:prstGeom prst="rect">
            <a:avLst/>
          </a:prstGeom>
        </p:spPr>
      </p:pic>
      <p:sp>
        <p:nvSpPr>
          <p:cNvPr id="12" name="TextBox 11"/>
          <p:cNvSpPr txBox="1"/>
          <p:nvPr/>
        </p:nvSpPr>
        <p:spPr>
          <a:xfrm>
            <a:off x="8784401" y="3248025"/>
            <a:ext cx="2370296" cy="485775"/>
          </a:xfrm>
          <a:prstGeom prst="rect">
            <a:avLst/>
          </a:prstGeom>
          <a:noFill/>
        </p:spPr>
        <p:txBody>
          <a:bodyPr wrap="square" lIns="0" rIns="0" tIns="0" bIns="0" anchor="t">
            <a:spAutoFit/>
          </a:bodyPr>
          <a:lstStyle/>
          <a:p>
            <a:pPr algn="ctr"/>
            <a:r>
              <a:rPr b="0" sz="2850" i="0" u="none">
                <a:solidFill>
                  <a:srgbClr val="334155"/>
                </a:solidFill>
                <a:latin typeface="Nunito ExtraBold"/>
              </a:rPr>
              <a:t>3. Thử Thách</a:t>
            </a:r>
          </a:p>
        </p:txBody>
      </p:sp>
      <p:sp>
        <p:nvSpPr>
          <p:cNvPr id="13" name="TextBox 12"/>
          <p:cNvSpPr txBox="1"/>
          <p:nvPr/>
        </p:nvSpPr>
        <p:spPr>
          <a:xfrm>
            <a:off x="8604349" y="3876675"/>
            <a:ext cx="2730549" cy="1114425"/>
          </a:xfrm>
          <a:prstGeom prst="rect">
            <a:avLst/>
          </a:prstGeom>
          <a:noFill/>
        </p:spPr>
        <p:txBody>
          <a:bodyPr wrap="square" lIns="0" rIns="0" tIns="0" bIns="0" anchor="t">
            <a:spAutoFit/>
          </a:bodyPr>
          <a:lstStyle/>
          <a:p>
            <a:pPr algn="ctr">
              <a:lnSpc>
                <a:spcPts val="2925"/>
              </a:lnSpc>
            </a:pPr>
            <a:r>
              <a:rPr b="0" sz="1950" i="0" u="none">
                <a:solidFill>
                  <a:srgbClr val="334155"/>
                </a:solidFill>
                <a:latin typeface="Nunito SemiBold"/>
              </a:rPr>
              <a:t>Dùng Shape Outline để tô viền màu Đỏ cho 3 ngôi sao.</a:t>
            </a:r>
          </a:p>
        </p:txBody>
      </p:sp>
      <p:pic>
        <p:nvPicPr>
          <p:cNvPr id="14" name="Picture 13" descr="image.png"/>
          <p:cNvPicPr>
            <a:picLocks noChangeAspect="1"/>
          </p:cNvPicPr>
          <p:nvPr/>
        </p:nvPicPr>
        <p:blipFill>
          <a:blip r:embed="rId8"/>
          <a:stretch>
            <a:fillRect/>
          </a:stretch>
        </p:blipFill>
        <p:spPr>
          <a:xfrm>
            <a:off x="2008137" y="2105025"/>
            <a:ext cx="428625" cy="571500"/>
          </a:xfrm>
          <a:prstGeom prst="rect">
            <a:avLst/>
          </a:prstGeom>
        </p:spPr>
      </p:pic>
      <p:pic>
        <p:nvPicPr>
          <p:cNvPr id="15" name="Picture 14" descr="image.png"/>
          <p:cNvPicPr>
            <a:picLocks noChangeAspect="1"/>
          </p:cNvPicPr>
          <p:nvPr/>
        </p:nvPicPr>
        <p:blipFill>
          <a:blip r:embed="rId9"/>
          <a:stretch>
            <a:fillRect/>
          </a:stretch>
        </p:blipFill>
        <p:spPr>
          <a:xfrm>
            <a:off x="5772150" y="2105025"/>
            <a:ext cx="647700" cy="571500"/>
          </a:xfrm>
          <a:prstGeom prst="rect">
            <a:avLst/>
          </a:prstGeom>
        </p:spPr>
      </p:pic>
      <p:pic>
        <p:nvPicPr>
          <p:cNvPr id="16" name="Picture 15" descr="image.png"/>
          <p:cNvPicPr>
            <a:picLocks noChangeAspect="1"/>
          </p:cNvPicPr>
          <p:nvPr/>
        </p:nvPicPr>
        <p:blipFill>
          <a:blip r:embed="rId10"/>
          <a:stretch>
            <a:fillRect/>
          </a:stretch>
        </p:blipFill>
        <p:spPr>
          <a:xfrm>
            <a:off x="9683799" y="2105025"/>
            <a:ext cx="571500" cy="571500"/>
          </a:xfrm>
          <a:prstGeom prst="rect">
            <a:avLst/>
          </a:prstGeom>
        </p:spPr>
      </p:pic>
      <p:sp>
        <p:nvSpPr>
          <p:cNvPr id="17" name="TextBox 16"/>
          <p:cNvSpPr txBox="1"/>
          <p:nvPr/>
        </p:nvSpPr>
        <p:spPr>
          <a:xfrm>
            <a:off x="476250" y="476250"/>
            <a:ext cx="11715750" cy="581025"/>
          </a:xfrm>
          <a:prstGeom prst="rect">
            <a:avLst/>
          </a:prstGeom>
          <a:noFill/>
        </p:spPr>
        <p:txBody>
          <a:bodyPr wrap="square" lIns="0" rIns="0" tIns="0" bIns="0" anchor="t">
            <a:spAutoFit/>
          </a:bodyPr>
          <a:lstStyle/>
          <a:p>
            <a:pPr algn="l"/>
            <a:r>
              <a:rPr b="1" sz="4125" i="0" u="none">
                <a:solidFill>
                  <a:srgbClr val="1E293B"/>
                </a:solidFill>
                <a:latin typeface="Comfortaa"/>
              </a:rPr>
              <a:t>Bài Tập 1: Bầu Trời Đêm</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BAE6FD"/>
        </a:solidFill>
        <a:effectLst/>
      </p:bgPr>
    </p:bg>
    <p:spTree>
      <p:nvGrpSpPr>
        <p:cNvPr id="1" name=""/>
        <p:cNvGrpSpPr/>
        <p:nvPr/>
      </p:nvGrpSpPr>
      <p:grpSpPr/>
      <p:sp>
        <p:nvSpPr>
          <p:cNvPr id="2" name="TextBox 1"/>
          <p:cNvSpPr txBox="1"/>
          <p:nvPr/>
        </p:nvSpPr>
        <p:spPr>
          <a:xfrm>
            <a:off x="476250" y="5895975"/>
            <a:ext cx="11239500" cy="371475"/>
          </a:xfrm>
          <a:prstGeom prst="rect">
            <a:avLst/>
          </a:prstGeom>
          <a:noFill/>
        </p:spPr>
        <p:txBody>
          <a:bodyPr wrap="square" lIns="0" rIns="0" tIns="0" bIns="0" anchor="t">
            <a:spAutoFit/>
          </a:bodyPr>
          <a:lstStyle/>
          <a:p>
            <a:pPr algn="ctr">
              <a:lnSpc>
                <a:spcPts val="2925"/>
              </a:lnSpc>
            </a:pPr>
            <a:r>
              <a:rPr b="0" sz="1950" i="0" u="none">
                <a:solidFill>
                  <a:srgbClr val="1E293B"/>
                </a:solidFill>
                <a:latin typeface="Nunito ExtraBold"/>
              </a:rPr>
              <a:t>Dùng chuột xếp các hình lại đúng vị trí để thành ngôi nhà nhé!</a:t>
            </a:r>
          </a:p>
        </p:txBody>
      </p:sp>
      <p:sp>
        <p:nvSpPr>
          <p:cNvPr id="3" name="Rounded Rectangle 2"/>
          <p:cNvSpPr/>
          <p:nvPr/>
        </p:nvSpPr>
        <p:spPr>
          <a:xfrm>
            <a:off x="476250" y="1438275"/>
            <a:ext cx="11239500" cy="876300"/>
          </a:xfrm>
          <a:prstGeom prst="roundRect">
            <a:avLst>
              <a:gd name="adj" fmla="val 21739"/>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333500" y="1676400"/>
            <a:ext cx="10096500" cy="400050"/>
          </a:xfrm>
          <a:prstGeom prst="rect">
            <a:avLst/>
          </a:prstGeom>
          <a:noFill/>
        </p:spPr>
        <p:txBody>
          <a:bodyPr wrap="square" lIns="0" rIns="0" tIns="0" bIns="0" anchor="t">
            <a:spAutoFit/>
          </a:bodyPr>
          <a:lstStyle/>
          <a:p>
            <a:pPr algn="l">
              <a:lnSpc>
                <a:spcPts val="3150"/>
              </a:lnSpc>
            </a:pPr>
            <a:r>
              <a:rPr b="0" sz="2100" i="0" u="none">
                <a:solidFill>
                  <a:srgbClr val="334155"/>
                </a:solidFill>
                <a:latin typeface="Nunito Black"/>
              </a:rPr>
              <a:t>Mái nhà:</a:t>
            </a:r>
            <a:r>
              <a:rPr b="0" sz="2100" i="0" u="none">
                <a:solidFill>
                  <a:srgbClr val="334155"/>
                </a:solidFill>
                <a:latin typeface="Nunito SemiBold"/>
              </a:rPr>
              <a:t> Vẽ 1 hình Tam giác to (Tô màu Đỏ).</a:t>
            </a:r>
          </a:p>
        </p:txBody>
      </p:sp>
      <p:sp>
        <p:nvSpPr>
          <p:cNvPr id="5" name="Rounded Rectangle 4"/>
          <p:cNvSpPr/>
          <p:nvPr/>
        </p:nvSpPr>
        <p:spPr>
          <a:xfrm>
            <a:off x="476250" y="2505075"/>
            <a:ext cx="11239500" cy="876300"/>
          </a:xfrm>
          <a:prstGeom prst="roundRect">
            <a:avLst>
              <a:gd name="adj" fmla="val 21739"/>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333500" y="2743200"/>
            <a:ext cx="10096500" cy="400050"/>
          </a:xfrm>
          <a:prstGeom prst="rect">
            <a:avLst/>
          </a:prstGeom>
          <a:noFill/>
        </p:spPr>
        <p:txBody>
          <a:bodyPr wrap="square" lIns="0" rIns="0" tIns="0" bIns="0" anchor="t">
            <a:spAutoFit/>
          </a:bodyPr>
          <a:lstStyle/>
          <a:p>
            <a:pPr algn="l">
              <a:lnSpc>
                <a:spcPts val="3150"/>
              </a:lnSpc>
            </a:pPr>
            <a:r>
              <a:rPr b="0" sz="2100" i="0" u="none">
                <a:solidFill>
                  <a:srgbClr val="334155"/>
                </a:solidFill>
                <a:latin typeface="Nunito Black"/>
              </a:rPr>
              <a:t>Thân nhà:</a:t>
            </a:r>
            <a:r>
              <a:rPr b="0" sz="2100" i="0" u="none">
                <a:solidFill>
                  <a:srgbClr val="334155"/>
                </a:solidFill>
                <a:latin typeface="Nunito SemiBold"/>
              </a:rPr>
              <a:t> Vẽ 1 hình Chữ nhật nằm ngang (Tô màu Xanh dương).</a:t>
            </a:r>
          </a:p>
        </p:txBody>
      </p:sp>
      <p:sp>
        <p:nvSpPr>
          <p:cNvPr id="7" name="Rounded Rectangle 6"/>
          <p:cNvSpPr/>
          <p:nvPr/>
        </p:nvSpPr>
        <p:spPr>
          <a:xfrm>
            <a:off x="476250" y="3571875"/>
            <a:ext cx="11239500" cy="876300"/>
          </a:xfrm>
          <a:prstGeom prst="roundRect">
            <a:avLst>
              <a:gd name="adj" fmla="val 21739"/>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333500" y="3810000"/>
            <a:ext cx="10096500" cy="400050"/>
          </a:xfrm>
          <a:prstGeom prst="rect">
            <a:avLst/>
          </a:prstGeom>
          <a:noFill/>
        </p:spPr>
        <p:txBody>
          <a:bodyPr wrap="square" lIns="0" rIns="0" tIns="0" bIns="0" anchor="t">
            <a:spAutoFit/>
          </a:bodyPr>
          <a:lstStyle/>
          <a:p>
            <a:pPr algn="l">
              <a:lnSpc>
                <a:spcPts val="3150"/>
              </a:lnSpc>
            </a:pPr>
            <a:r>
              <a:rPr b="0" sz="2100" i="0" u="none">
                <a:solidFill>
                  <a:srgbClr val="334155"/>
                </a:solidFill>
                <a:latin typeface="Nunito Black"/>
              </a:rPr>
              <a:t>Cửa ra vào:</a:t>
            </a:r>
            <a:r>
              <a:rPr b="0" sz="2100" i="0" u="none">
                <a:solidFill>
                  <a:srgbClr val="334155"/>
                </a:solidFill>
                <a:latin typeface="Nunito SemiBold"/>
              </a:rPr>
              <a:t> Vẽ 1 hình Chữ nhật đứng (Tô màu Nâu).</a:t>
            </a:r>
          </a:p>
        </p:txBody>
      </p:sp>
      <p:sp>
        <p:nvSpPr>
          <p:cNvPr id="9" name="Rounded Rectangle 8"/>
          <p:cNvSpPr/>
          <p:nvPr/>
        </p:nvSpPr>
        <p:spPr>
          <a:xfrm>
            <a:off x="476250" y="4638675"/>
            <a:ext cx="11239500" cy="876300"/>
          </a:xfrm>
          <a:prstGeom prst="roundRect">
            <a:avLst>
              <a:gd name="adj" fmla="val 21739"/>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33500" y="4876800"/>
            <a:ext cx="10096500" cy="400050"/>
          </a:xfrm>
          <a:prstGeom prst="rect">
            <a:avLst/>
          </a:prstGeom>
          <a:noFill/>
        </p:spPr>
        <p:txBody>
          <a:bodyPr wrap="square" lIns="0" rIns="0" tIns="0" bIns="0" anchor="t">
            <a:spAutoFit/>
          </a:bodyPr>
          <a:lstStyle/>
          <a:p>
            <a:pPr algn="l">
              <a:lnSpc>
                <a:spcPts val="3150"/>
              </a:lnSpc>
            </a:pPr>
            <a:r>
              <a:rPr b="0" sz="2100" i="0" u="none">
                <a:solidFill>
                  <a:srgbClr val="334155"/>
                </a:solidFill>
                <a:latin typeface="Nunito Black"/>
              </a:rPr>
              <a:t>Cửa sổ:</a:t>
            </a:r>
            <a:r>
              <a:rPr b="0" sz="2100" i="0" u="none">
                <a:solidFill>
                  <a:srgbClr val="334155"/>
                </a:solidFill>
                <a:latin typeface="Nunito SemiBold"/>
              </a:rPr>
              <a:t> Vẽ 2 hình Vuông nhỏ ở hai bên (Tô màu Vàng).</a:t>
            </a:r>
          </a:p>
        </p:txBody>
      </p:sp>
      <p:pic>
        <p:nvPicPr>
          <p:cNvPr id="11" name="Picture 10" descr="image.png"/>
          <p:cNvPicPr>
            <a:picLocks noChangeAspect="1"/>
          </p:cNvPicPr>
          <p:nvPr/>
        </p:nvPicPr>
        <p:blipFill>
          <a:blip r:embed="rId2"/>
          <a:stretch>
            <a:fillRect/>
          </a:stretch>
        </p:blipFill>
        <p:spPr>
          <a:xfrm>
            <a:off x="762000" y="1676400"/>
            <a:ext cx="238125" cy="400050"/>
          </a:xfrm>
          <a:prstGeom prst="rect">
            <a:avLst/>
          </a:prstGeom>
        </p:spPr>
      </p:pic>
      <p:pic>
        <p:nvPicPr>
          <p:cNvPr id="12" name="Picture 11" descr="image.png"/>
          <p:cNvPicPr>
            <a:picLocks noChangeAspect="1"/>
          </p:cNvPicPr>
          <p:nvPr/>
        </p:nvPicPr>
        <p:blipFill>
          <a:blip r:embed="rId3"/>
          <a:stretch>
            <a:fillRect/>
          </a:stretch>
        </p:blipFill>
        <p:spPr>
          <a:xfrm>
            <a:off x="762000" y="2743200"/>
            <a:ext cx="333375" cy="400050"/>
          </a:xfrm>
          <a:prstGeom prst="rect">
            <a:avLst/>
          </a:prstGeom>
        </p:spPr>
      </p:pic>
      <p:pic>
        <p:nvPicPr>
          <p:cNvPr id="13" name="Picture 12" descr="image.png"/>
          <p:cNvPicPr>
            <a:picLocks noChangeAspect="1"/>
          </p:cNvPicPr>
          <p:nvPr/>
        </p:nvPicPr>
        <p:blipFill>
          <a:blip r:embed="rId4"/>
          <a:stretch>
            <a:fillRect/>
          </a:stretch>
        </p:blipFill>
        <p:spPr>
          <a:xfrm>
            <a:off x="762000" y="3810000"/>
            <a:ext cx="428625" cy="400050"/>
          </a:xfrm>
          <a:prstGeom prst="rect">
            <a:avLst/>
          </a:prstGeom>
        </p:spPr>
      </p:pic>
      <p:pic>
        <p:nvPicPr>
          <p:cNvPr id="14" name="Picture 13" descr="image.png"/>
          <p:cNvPicPr>
            <a:picLocks noChangeAspect="1"/>
          </p:cNvPicPr>
          <p:nvPr/>
        </p:nvPicPr>
        <p:blipFill>
          <a:blip r:embed="rId5"/>
          <a:stretch>
            <a:fillRect/>
          </a:stretch>
        </p:blipFill>
        <p:spPr>
          <a:xfrm>
            <a:off x="762000" y="4876800"/>
            <a:ext cx="333375" cy="400050"/>
          </a:xfrm>
          <a:prstGeom prst="rect">
            <a:avLst/>
          </a:prstGeom>
        </p:spPr>
      </p:pic>
      <p:sp>
        <p:nvSpPr>
          <p:cNvPr id="15" name="TextBox 14"/>
          <p:cNvSpPr txBox="1"/>
          <p:nvPr/>
        </p:nvSpPr>
        <p:spPr>
          <a:xfrm>
            <a:off x="476250" y="476250"/>
            <a:ext cx="11715750" cy="581025"/>
          </a:xfrm>
          <a:prstGeom prst="rect">
            <a:avLst/>
          </a:prstGeom>
          <a:noFill/>
        </p:spPr>
        <p:txBody>
          <a:bodyPr wrap="square" lIns="0" rIns="0" tIns="0" bIns="0" anchor="t">
            <a:spAutoFit/>
          </a:bodyPr>
          <a:lstStyle/>
          <a:p>
            <a:pPr algn="l"/>
            <a:r>
              <a:rPr b="1" sz="4125" i="0" u="none">
                <a:solidFill>
                  <a:srgbClr val="1E293B"/>
                </a:solidFill>
                <a:latin typeface="Comfortaa"/>
              </a:rPr>
              <a:t>Bài Tập 2: Xây Nhà Mơ Ước</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ED7AA"/>
        </a:solidFill>
        <a:effectLst/>
      </p:bgPr>
    </p:bg>
    <p:spTree>
      <p:nvGrpSpPr>
        <p:cNvPr id="1" name=""/>
        <p:cNvGrpSpPr/>
        <p:nvPr/>
      </p:nvGrpSpPr>
      <p:grpSpPr/>
      <p:sp>
        <p:nvSpPr>
          <p:cNvPr id="2" name="Rounded Rectangle 1"/>
          <p:cNvSpPr/>
          <p:nvPr/>
        </p:nvSpPr>
        <p:spPr>
          <a:xfrm>
            <a:off x="-476250" y="-476250"/>
            <a:ext cx="2857500" cy="2857500"/>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905000" y="4476750"/>
            <a:ext cx="1905000" cy="1905000"/>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85398" y="2963167"/>
            <a:ext cx="9621202" cy="952500"/>
          </a:xfrm>
          <a:prstGeom prst="rect">
            <a:avLst/>
          </a:prstGeom>
          <a:noFill/>
        </p:spPr>
        <p:txBody>
          <a:bodyPr wrap="square" lIns="0" rIns="0" tIns="0" bIns="0" anchor="t">
            <a:spAutoFit/>
          </a:bodyPr>
          <a:lstStyle/>
          <a:p>
            <a:pPr algn="ctr"/>
            <a:r>
              <a:rPr b="1" sz="6750" i="0" u="none">
                <a:solidFill>
                  <a:srgbClr val="1E293B"/>
                </a:solidFill>
                <a:latin typeface="Comfortaa"/>
              </a:rPr>
              <a:t>Khoe Tác Phẩm Nào!</a:t>
            </a:r>
          </a:p>
        </p:txBody>
      </p:sp>
      <p:sp>
        <p:nvSpPr>
          <p:cNvPr id="5" name="TextBox 4"/>
          <p:cNvSpPr txBox="1"/>
          <p:nvPr/>
        </p:nvSpPr>
        <p:spPr>
          <a:xfrm>
            <a:off x="1514475" y="4106167"/>
            <a:ext cx="9163050" cy="500062"/>
          </a:xfrm>
          <a:prstGeom prst="rect">
            <a:avLst/>
          </a:prstGeom>
          <a:noFill/>
        </p:spPr>
        <p:txBody>
          <a:bodyPr wrap="square" lIns="0" rIns="0" tIns="0" bIns="0" anchor="t">
            <a:spAutoFit/>
          </a:bodyPr>
          <a:lstStyle/>
          <a:p>
            <a:pPr algn="ctr">
              <a:lnSpc>
                <a:spcPts val="3937"/>
              </a:lnSpc>
            </a:pPr>
            <a:r>
              <a:rPr b="1" sz="2625" i="0" u="none">
                <a:solidFill>
                  <a:srgbClr val="475569"/>
                </a:solidFill>
                <a:latin typeface="Nunito"/>
              </a:rPr>
              <a:t>Em nào làm xong hãy giơ tay gọi cô/thầy nhé!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76250" y="1438275"/>
            <a:ext cx="9791700" cy="77152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76250" y="2209800"/>
            <a:ext cx="9791700" cy="77152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76250" y="2981325"/>
            <a:ext cx="9791700" cy="77152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76250" y="2200275"/>
            <a:ext cx="9791700" cy="9525"/>
          </a:xfrm>
          <a:prstGeom prst="rect">
            <a:avLst/>
          </a:prstGeom>
          <a:solidFill>
            <a:srgbClr val="757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76250" y="2200275"/>
            <a:ext cx="9791700" cy="9525"/>
          </a:xfrm>
          <a:prstGeom prst="rect">
            <a:avLst/>
          </a:prstGeom>
          <a:solidFill>
            <a:srgbClr val="757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76250" y="2971800"/>
            <a:ext cx="9791700" cy="9525"/>
          </a:xfrm>
          <a:prstGeom prst="rect">
            <a:avLst/>
          </a:prstGeom>
          <a:solidFill>
            <a:srgbClr val="757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76250" y="2971800"/>
            <a:ext cx="9791700" cy="9525"/>
          </a:xfrm>
          <a:prstGeom prst="rect">
            <a:avLst/>
          </a:prstGeom>
          <a:solidFill>
            <a:srgbClr val="757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76250" y="3743325"/>
            <a:ext cx="9791700" cy="9525"/>
          </a:xfrm>
          <a:prstGeom prst="rect">
            <a:avLst/>
          </a:prstGeom>
          <a:solidFill>
            <a:srgbClr val="757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76250" y="3743325"/>
            <a:ext cx="9791700" cy="9525"/>
          </a:xfrm>
          <a:prstGeom prst="rect">
            <a:avLst/>
          </a:prstGeom>
          <a:solidFill>
            <a:srgbClr val="757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image.png"/>
          <p:cNvPicPr>
            <a:picLocks noChangeAspect="1"/>
          </p:cNvPicPr>
          <p:nvPr/>
        </p:nvPicPr>
        <p:blipFill>
          <a:blip r:embed="rId2"/>
          <a:stretch>
            <a:fillRect/>
          </a:stretch>
        </p:blipFill>
        <p:spPr>
          <a:xfrm>
            <a:off x="476250" y="1581150"/>
            <a:ext cx="857250" cy="476250"/>
          </a:xfrm>
          <a:prstGeom prst="rect">
            <a:avLst/>
          </a:prstGeom>
        </p:spPr>
      </p:pic>
      <p:sp>
        <p:nvSpPr>
          <p:cNvPr id="12" name="TextBox 11"/>
          <p:cNvSpPr txBox="1"/>
          <p:nvPr/>
        </p:nvSpPr>
        <p:spPr>
          <a:xfrm>
            <a:off x="1571625" y="1588293"/>
            <a:ext cx="8696325" cy="185737"/>
          </a:xfrm>
          <a:prstGeom prst="rect">
            <a:avLst/>
          </a:prstGeom>
          <a:noFill/>
        </p:spPr>
        <p:txBody>
          <a:bodyPr wrap="square" lIns="0" rIns="0" tIns="0" bIns="0" anchor="t">
            <a:spAutoFit/>
          </a:bodyPr>
          <a:lstStyle/>
          <a:p>
            <a:pPr algn="l">
              <a:lnSpc>
                <a:spcPts val="1462"/>
              </a:lnSpc>
            </a:pPr>
            <a:r>
              <a:rPr b="0" sz="975" i="0" u="none">
                <a:solidFill>
                  <a:srgbClr val="334155"/>
                </a:solidFill>
                <a:latin typeface="Nunito SemiBold"/>
              </a:rPr>
              <a:t>https://png.pngtree.com/png-clipart/20250514/original/pngtree-happy-young-boy-sitting-at-a-desk-and-working-on-laptop-png-image_20959495.png</a:t>
            </a:r>
          </a:p>
        </p:txBody>
      </p:sp>
      <p:sp>
        <p:nvSpPr>
          <p:cNvPr id="13" name="TextBox 12"/>
          <p:cNvSpPr txBox="1"/>
          <p:nvPr/>
        </p:nvSpPr>
        <p:spPr>
          <a:xfrm>
            <a:off x="1571625" y="1821656"/>
            <a:ext cx="8696325" cy="228600"/>
          </a:xfrm>
          <a:prstGeom prst="rect">
            <a:avLst/>
          </a:prstGeom>
          <a:noFill/>
        </p:spPr>
        <p:txBody>
          <a:bodyPr wrap="square" lIns="0" rIns="0" tIns="0" bIns="0" anchor="t">
            <a:spAutoFit/>
          </a:bodyPr>
          <a:lstStyle/>
          <a:p>
            <a:pPr algn="l">
              <a:lnSpc>
                <a:spcPts val="1800"/>
              </a:lnSpc>
            </a:pPr>
            <a:r>
              <a:rPr b="0" sz="1200" i="0" u="none">
                <a:solidFill>
                  <a:srgbClr val="334155"/>
                </a:solidFill>
                <a:latin typeface="Nunito SemiBold"/>
              </a:rPr>
              <a:t>Source: </a:t>
            </a:r>
            <a:r>
              <a:rPr b="0" sz="1200" i="0" u="none">
                <a:solidFill>
                  <a:srgbClr val="4F46E5"/>
                </a:solidFill>
                <a:latin typeface="Nunito SemiBold"/>
              </a:rPr>
              <a:t>vi.pngtree.com</a:t>
            </a:r>
          </a:p>
        </p:txBody>
      </p:sp>
      <p:pic>
        <p:nvPicPr>
          <p:cNvPr id="14" name="Picture 13" descr="image.png"/>
          <p:cNvPicPr>
            <a:picLocks noChangeAspect="1"/>
          </p:cNvPicPr>
          <p:nvPr/>
        </p:nvPicPr>
        <p:blipFill>
          <a:blip r:embed="rId3"/>
          <a:stretch>
            <a:fillRect/>
          </a:stretch>
        </p:blipFill>
        <p:spPr>
          <a:xfrm>
            <a:off x="476250" y="2352675"/>
            <a:ext cx="857250" cy="476250"/>
          </a:xfrm>
          <a:prstGeom prst="rect">
            <a:avLst/>
          </a:prstGeom>
        </p:spPr>
      </p:pic>
      <p:sp>
        <p:nvSpPr>
          <p:cNvPr id="15" name="TextBox 14"/>
          <p:cNvSpPr txBox="1"/>
          <p:nvPr/>
        </p:nvSpPr>
        <p:spPr>
          <a:xfrm>
            <a:off x="1571625" y="2359818"/>
            <a:ext cx="8696325" cy="185737"/>
          </a:xfrm>
          <a:prstGeom prst="rect">
            <a:avLst/>
          </a:prstGeom>
          <a:noFill/>
        </p:spPr>
        <p:txBody>
          <a:bodyPr wrap="square" lIns="0" rIns="0" tIns="0" bIns="0" anchor="t">
            <a:spAutoFit/>
          </a:bodyPr>
          <a:lstStyle/>
          <a:p>
            <a:pPr algn="l">
              <a:lnSpc>
                <a:spcPts val="1462"/>
              </a:lnSpc>
            </a:pPr>
            <a:r>
              <a:rPr b="0" sz="975" i="0" u="none">
                <a:solidFill>
                  <a:srgbClr val="334155"/>
                </a:solidFill>
                <a:latin typeface="Nunito SemiBold"/>
              </a:rPr>
              <a:t>https://cdn.tgdd.vn/Files/2018/11/24/1133319/cach-ve-so-do-trong-word-2007-2010-2013-2016-2019-22.jpg</a:t>
            </a:r>
          </a:p>
        </p:txBody>
      </p:sp>
      <p:sp>
        <p:nvSpPr>
          <p:cNvPr id="16" name="TextBox 15"/>
          <p:cNvSpPr txBox="1"/>
          <p:nvPr/>
        </p:nvSpPr>
        <p:spPr>
          <a:xfrm>
            <a:off x="1571625" y="2593181"/>
            <a:ext cx="8696325" cy="228600"/>
          </a:xfrm>
          <a:prstGeom prst="rect">
            <a:avLst/>
          </a:prstGeom>
          <a:noFill/>
        </p:spPr>
        <p:txBody>
          <a:bodyPr wrap="square" lIns="0" rIns="0" tIns="0" bIns="0" anchor="t">
            <a:spAutoFit/>
          </a:bodyPr>
          <a:lstStyle/>
          <a:p>
            <a:pPr algn="l">
              <a:lnSpc>
                <a:spcPts val="1800"/>
              </a:lnSpc>
            </a:pPr>
            <a:r>
              <a:rPr b="0" sz="1200" i="0" u="none">
                <a:solidFill>
                  <a:srgbClr val="334155"/>
                </a:solidFill>
                <a:latin typeface="Nunito SemiBold"/>
              </a:rPr>
              <a:t>Source: </a:t>
            </a:r>
            <a:r>
              <a:rPr b="0" sz="1200" i="0" u="none">
                <a:solidFill>
                  <a:srgbClr val="4F46E5"/>
                </a:solidFill>
                <a:latin typeface="Nunito SemiBold"/>
              </a:rPr>
              <a:t>www.dienmayxanh.com</a:t>
            </a:r>
          </a:p>
        </p:txBody>
      </p:sp>
      <p:pic>
        <p:nvPicPr>
          <p:cNvPr id="17" name="Picture 16" descr="image.png"/>
          <p:cNvPicPr>
            <a:picLocks noChangeAspect="1"/>
          </p:cNvPicPr>
          <p:nvPr/>
        </p:nvPicPr>
        <p:blipFill>
          <a:blip r:embed="rId4"/>
          <a:stretch>
            <a:fillRect/>
          </a:stretch>
        </p:blipFill>
        <p:spPr>
          <a:xfrm>
            <a:off x="476250" y="3124200"/>
            <a:ext cx="857250" cy="476250"/>
          </a:xfrm>
          <a:prstGeom prst="rect">
            <a:avLst/>
          </a:prstGeom>
        </p:spPr>
      </p:pic>
      <p:sp>
        <p:nvSpPr>
          <p:cNvPr id="18" name="TextBox 17"/>
          <p:cNvSpPr txBox="1"/>
          <p:nvPr/>
        </p:nvSpPr>
        <p:spPr>
          <a:xfrm>
            <a:off x="1571625" y="3131343"/>
            <a:ext cx="8696325" cy="185737"/>
          </a:xfrm>
          <a:prstGeom prst="rect">
            <a:avLst/>
          </a:prstGeom>
          <a:noFill/>
        </p:spPr>
        <p:txBody>
          <a:bodyPr wrap="square" lIns="0" rIns="0" tIns="0" bIns="0" anchor="t">
            <a:spAutoFit/>
          </a:bodyPr>
          <a:lstStyle/>
          <a:p>
            <a:pPr algn="l">
              <a:lnSpc>
                <a:spcPts val="1462"/>
              </a:lnSpc>
            </a:pPr>
            <a:r>
              <a:rPr b="0" sz="975" i="0" u="none">
                <a:solidFill>
                  <a:srgbClr val="334155"/>
                </a:solidFill>
                <a:latin typeface="Nunito SemiBold"/>
              </a:rPr>
              <a:t>https://lookaside.fbsbx.com/lookaside/crawler/media/?media_id=100064798716313</a:t>
            </a:r>
          </a:p>
        </p:txBody>
      </p:sp>
      <p:sp>
        <p:nvSpPr>
          <p:cNvPr id="19" name="TextBox 18"/>
          <p:cNvSpPr txBox="1"/>
          <p:nvPr/>
        </p:nvSpPr>
        <p:spPr>
          <a:xfrm>
            <a:off x="1571625" y="3364706"/>
            <a:ext cx="8696325" cy="228600"/>
          </a:xfrm>
          <a:prstGeom prst="rect">
            <a:avLst/>
          </a:prstGeom>
          <a:noFill/>
        </p:spPr>
        <p:txBody>
          <a:bodyPr wrap="square" lIns="0" rIns="0" tIns="0" bIns="0" anchor="t">
            <a:spAutoFit/>
          </a:bodyPr>
          <a:lstStyle/>
          <a:p>
            <a:pPr algn="l">
              <a:lnSpc>
                <a:spcPts val="1800"/>
              </a:lnSpc>
            </a:pPr>
            <a:r>
              <a:rPr b="0" sz="1200" i="0" u="none">
                <a:solidFill>
                  <a:srgbClr val="334155"/>
                </a:solidFill>
                <a:latin typeface="Nunito SemiBold"/>
              </a:rPr>
              <a:t>Source: </a:t>
            </a:r>
            <a:r>
              <a:rPr b="0" sz="1200" i="0" u="none">
                <a:solidFill>
                  <a:srgbClr val="4F46E5"/>
                </a:solidFill>
                <a:latin typeface="Nunito SemiBold"/>
              </a:rPr>
              <a:t>www.facebook.com</a:t>
            </a:r>
          </a:p>
        </p:txBody>
      </p:sp>
      <p:pic>
        <p:nvPicPr>
          <p:cNvPr id="20" name="Picture 19" descr="image.png"/>
          <p:cNvPicPr>
            <a:picLocks noChangeAspect="1"/>
          </p:cNvPicPr>
          <p:nvPr/>
        </p:nvPicPr>
        <p:blipFill>
          <a:blip r:embed="rId5"/>
          <a:stretch>
            <a:fillRect/>
          </a:stretch>
        </p:blipFill>
        <p:spPr>
          <a:xfrm>
            <a:off x="476250" y="3895725"/>
            <a:ext cx="857250" cy="476250"/>
          </a:xfrm>
          <a:prstGeom prst="rect">
            <a:avLst/>
          </a:prstGeom>
        </p:spPr>
      </p:pic>
      <p:sp>
        <p:nvSpPr>
          <p:cNvPr id="21" name="TextBox 20"/>
          <p:cNvSpPr txBox="1"/>
          <p:nvPr/>
        </p:nvSpPr>
        <p:spPr>
          <a:xfrm>
            <a:off x="1571625" y="3902868"/>
            <a:ext cx="8696325" cy="185737"/>
          </a:xfrm>
          <a:prstGeom prst="rect">
            <a:avLst/>
          </a:prstGeom>
          <a:noFill/>
        </p:spPr>
        <p:txBody>
          <a:bodyPr wrap="square" lIns="0" rIns="0" tIns="0" bIns="0" anchor="t">
            <a:spAutoFit/>
          </a:bodyPr>
          <a:lstStyle/>
          <a:p>
            <a:pPr algn="l">
              <a:lnSpc>
                <a:spcPts val="1462"/>
              </a:lnSpc>
            </a:pPr>
            <a:r>
              <a:rPr b="0" sz="975" i="0" u="none">
                <a:solidFill>
                  <a:srgbClr val="334155"/>
                </a:solidFill>
                <a:latin typeface="Nunito SemiBold"/>
              </a:rPr>
              <a:t>https://theselfishmeme.co.uk/wp-content/uploads/2026/06/tranh-to-mau-trai-cay-nhiet-doi-mang-nuoc-cho-be-mam-non-4.webp</a:t>
            </a:r>
          </a:p>
        </p:txBody>
      </p:sp>
      <p:sp>
        <p:nvSpPr>
          <p:cNvPr id="22" name="TextBox 21"/>
          <p:cNvSpPr txBox="1"/>
          <p:nvPr/>
        </p:nvSpPr>
        <p:spPr>
          <a:xfrm>
            <a:off x="1571625" y="4136231"/>
            <a:ext cx="8696325" cy="228600"/>
          </a:xfrm>
          <a:prstGeom prst="rect">
            <a:avLst/>
          </a:prstGeom>
          <a:noFill/>
        </p:spPr>
        <p:txBody>
          <a:bodyPr wrap="square" lIns="0" rIns="0" tIns="0" bIns="0" anchor="t">
            <a:spAutoFit/>
          </a:bodyPr>
          <a:lstStyle/>
          <a:p>
            <a:pPr algn="l">
              <a:lnSpc>
                <a:spcPts val="1800"/>
              </a:lnSpc>
            </a:pPr>
            <a:r>
              <a:rPr b="0" sz="1200" i="0" u="none">
                <a:solidFill>
                  <a:srgbClr val="334155"/>
                </a:solidFill>
                <a:latin typeface="Nunito SemiBold"/>
              </a:rPr>
              <a:t>Source: </a:t>
            </a:r>
            <a:r>
              <a:rPr b="0" sz="1200" i="0" u="none">
                <a:solidFill>
                  <a:srgbClr val="4F46E5"/>
                </a:solidFill>
                <a:latin typeface="Nunito SemiBold"/>
              </a:rPr>
              <a:t>theselfishmeme.co.uk</a:t>
            </a:r>
          </a:p>
        </p:txBody>
      </p:sp>
      <p:sp>
        <p:nvSpPr>
          <p:cNvPr id="23" name="TextBox 22"/>
          <p:cNvSpPr txBox="1"/>
          <p:nvPr/>
        </p:nvSpPr>
        <p:spPr>
          <a:xfrm>
            <a:off x="476250" y="476250"/>
            <a:ext cx="11715750" cy="581025"/>
          </a:xfrm>
          <a:prstGeom prst="rect">
            <a:avLst/>
          </a:prstGeom>
          <a:noFill/>
        </p:spPr>
        <p:txBody>
          <a:bodyPr wrap="square" lIns="0" rIns="0" tIns="0" bIns="0" anchor="t">
            <a:spAutoFit/>
          </a:bodyPr>
          <a:lstStyle/>
          <a:p>
            <a:pPr algn="l"/>
            <a:r>
              <a:rPr b="1" sz="4125" i="0" u="none">
                <a:solidFill>
                  <a:srgbClr val="1E293B"/>
                </a:solidFill>
                <a:latin typeface="Comfortaa"/>
              </a:rPr>
              <a:t>Image Sources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